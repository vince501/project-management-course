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Yeseva One" charset="1" panose="00000500000000000000"/>
      <p:regular r:id="rId15"/>
    </p:embeddedFont>
    <p:embeddedFont>
      <p:font typeface="Libre Baskerville" charset="1" panose="02000000000000000000"/>
      <p:regular r:id="rId16"/>
    </p:embeddedFont>
    <p:embeddedFont>
      <p:font typeface="Libre Baskerville Bold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27646" y="3336089"/>
            <a:ext cx="11721636" cy="167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0"/>
              </a:lnSpc>
            </a:pPr>
            <a:r>
              <a:rPr lang="en-US" sz="12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Office Move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7646" y="5539214"/>
            <a:ext cx="1172163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Project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3182" y="8858250"/>
            <a:ext cx="1172163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Presented by Group C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49803" y="2107854"/>
            <a:ext cx="9770491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Group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83182" y="524689"/>
            <a:ext cx="1172163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Office Move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74231" y="3988049"/>
            <a:ext cx="11721636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Andrea VanHorn</a:t>
            </a:r>
          </a:p>
          <a:p>
            <a:pPr algn="ctr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Vincent Mutungi</a:t>
            </a:r>
          </a:p>
          <a:p>
            <a:pPr algn="ctr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Rodrigo Balmaceda</a:t>
            </a:r>
          </a:p>
          <a:p>
            <a:pPr algn="ctr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Mohammed Rashed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95648" y="161925"/>
            <a:ext cx="8496705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Overview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414382"/>
            <a:ext cx="16579554" cy="860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Objective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Relocate 70 employees &amp; 3 executives to a new 4-story building by December 24, 2024, with minimal disruption.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Scope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74 offices (70 standard, 4 executive), 5 conference rooms, 4 assistant desks.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Full-spec setup: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 chairs/office, executive suites,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systems (54 PCs, 16 docking stations, 3 printers, 3 copiers).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Budget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$153,350 (approved increase of $13,350).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Timeline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November 18–December 24, 2024 (23 workdays).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Team Expectations: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Coordinate 2 furniture &amp; 2 IT crews for concurrent tasks (e.g., T011, T043 on 11/26).</a:t>
            </a:r>
          </a:p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Manage 267h furniture, 272h IT, and 22 moves within budget and timeline.</a:t>
            </a:r>
          </a:p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Mitigate risks (e.g., material delays, IT issues) using Smartsheet and contingency plans.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Outcomes: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Completed on time (T131: Move Executives, 12/24/2024).</a:t>
            </a:r>
          </a:p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Full functionality for all divisions, within budget using $5,000 contingency.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8096" y="277842"/>
            <a:ext cx="17751808" cy="75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1"/>
              </a:lnSpc>
            </a:pPr>
            <a:r>
              <a:rPr lang="en-US" sz="55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How We Solved It: Ensuring Project Success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096" y="1289050"/>
            <a:ext cx="17856902" cy="880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Budget Constraint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Initial $140,000 limit; $13,350 shortfall for full-spec ($153,350).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Planned chair reduction (42 offices) to $139,700 until budget increase approved.</a:t>
            </a:r>
          </a:p>
          <a:p>
            <a:pPr algn="l">
              <a:lnSpc>
                <a:spcPts val="3360"/>
              </a:lnSpc>
            </a:pP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Challenge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Crew Coordination Delays (e.g., T013 delayed 2h on 11/27/2024).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Solution: Appointed a crew coordinator; held daily briefings to align 2 furniture &amp; 2 IT crews, ensuring concurrent tasks (e.g., T015, T016 on 11/28) started on time.</a:t>
            </a:r>
          </a:p>
          <a:p>
            <a:pPr algn="l">
              <a:lnSpc>
                <a:spcPts val="3360"/>
              </a:lnSpc>
            </a:pP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Challenge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Material Delivery Delays (e.g., Floor 1 desks delayed 11/22/2024).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Solution: Used $2,000 from $5,000 contingency to expedite delivery; implemented staged delivery (Floor 1 by 11/25, Floor 4 by 12/09).</a:t>
            </a:r>
          </a:p>
          <a:p>
            <a:pPr algn="l">
              <a:lnSpc>
                <a:spcPts val="3360"/>
              </a:lnSpc>
            </a:pP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Challenge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IT Integration Issues (e.g., docking station failure, T024 on 11/27/2024).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Solution: Allocated 2h for debugging within 8h/day; mandated pre-testing for Floors 2–4 (e.g., T058, T096), ensuring smooth setups.</a:t>
            </a:r>
          </a:p>
          <a:p>
            <a:pPr algn="l">
              <a:lnSpc>
                <a:spcPts val="3360"/>
              </a:lnSpc>
            </a:pP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Challenge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Cost Overruns (e.g., $3,000 copier repair, T109 on 12/02/2024).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Solution: Negotiated cost split with vendor ($1,500 each); used $1,500 from contingency, staying within $153,350 budget.</a:t>
            </a:r>
          </a:p>
          <a:p>
            <a:pPr algn="l">
              <a:lnSpc>
                <a:spcPts val="3360"/>
              </a:lnSpc>
            </a:pP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Outcome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Delivered full-spec scope (3 chairs/office, 74 offices) by 12/24/2024.</a:t>
            </a:r>
          </a:p>
          <a:p>
            <a:pPr algn="l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0206" y="265775"/>
            <a:ext cx="17587588" cy="76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1"/>
              </a:lnSpc>
            </a:pPr>
            <a:r>
              <a:rPr lang="en-US" sz="5661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Project Schedule: Key Milestones and Timeline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9613" y="1380000"/>
            <a:ext cx="13413832" cy="881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15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Timeline</a:t>
            </a: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November 18–December 24, 2024 (23 workdays).</a:t>
            </a:r>
          </a:p>
          <a:p>
            <a:pPr algn="l">
              <a:lnSpc>
                <a:spcPts val="3150"/>
              </a:lnSpc>
            </a:pPr>
          </a:p>
          <a:p>
            <a:pPr algn="l" marL="647700" indent="-323850" lvl="1">
              <a:lnSpc>
                <a:spcPts val="315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Initiation Phase</a:t>
            </a: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(11/18–11/20):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11/18: Confirmed building availability (T002).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11/20: Notified contractors (T004).</a:t>
            </a:r>
          </a:p>
          <a:p>
            <a:pPr algn="l">
              <a:lnSpc>
                <a:spcPts val="3150"/>
              </a:lnSpc>
            </a:pPr>
          </a:p>
          <a:p>
            <a:pPr algn="l" marL="647700" indent="-323850" lvl="1">
              <a:lnSpc>
                <a:spcPts val="315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Planning Phase</a:t>
            </a: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(11/21–11/25):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11/21: Drafted office assignments (T006).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11/25: Notified employees of move plan (T008).</a:t>
            </a:r>
          </a:p>
          <a:p>
            <a:pPr algn="l">
              <a:lnSpc>
                <a:spcPts val="3150"/>
              </a:lnSpc>
            </a:pPr>
          </a:p>
          <a:p>
            <a:pPr algn="l" marL="647700" indent="-323850" lvl="1">
              <a:lnSpc>
                <a:spcPts val="3150"/>
              </a:lnSpc>
              <a:buFont typeface="Arial"/>
              <a:buChar char="•"/>
            </a:pPr>
            <a:r>
              <a:rPr lang="en-US" b="true" sz="3000" spc="8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Launch Phase</a:t>
            </a: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(11/26–12/24):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11/26: Started furniture installation (T011, T043: Floors 1–2).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11/27: Began IT setup (T024, T058: Floors 1–2).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11/28: Initiated employee moves (T037, T073: Marketing, Sales).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12/04: Completed Floors 1–2 (T041, T079: Moves).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12/12: Finished Floor 3 furniture &amp; IT (T094, T109).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12/16: Completed Floor 4 setups (T124, T129: Conference, IT).</a:t>
            </a:r>
          </a:p>
          <a:p>
            <a:pPr algn="l">
              <a:lnSpc>
                <a:spcPts val="3150"/>
              </a:lnSpc>
            </a:pP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12/24: Finalized executive moves (T131: Floor 4).</a:t>
            </a:r>
          </a:p>
          <a:p>
            <a:pPr algn="l">
              <a:lnSpc>
                <a:spcPts val="3150"/>
              </a:lnSpc>
            </a:pPr>
          </a:p>
          <a:p>
            <a:pPr algn="l">
              <a:lnSpc>
                <a:spcPts val="3150"/>
              </a:lnSpc>
            </a:pPr>
            <a:r>
              <a:rPr lang="en-US" sz="3000" spc="8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Approach</a:t>
            </a:r>
            <a:r>
              <a:rPr lang="en-US" sz="3000" spc="8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Used 2 furniture &amp; 2 IT crews for concurrent tasks, tracked via Smartsheet.</a:t>
            </a:r>
          </a:p>
          <a:p>
            <a:pPr algn="l">
              <a:lnSpc>
                <a:spcPts val="315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8165" y="289775"/>
            <a:ext cx="15656956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Constraints and Risks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7032" y="1635939"/>
            <a:ext cx="17459223" cy="867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Constraints: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Budget: $140,000 (required $153,350, approved increase of $13,350).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Timeline: 23 workdays (11/18–12/24/2024), no-overdue deadline.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Crew Limits: 2 furniture &amp; 2 IT crews, 8h/day, no overtime.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Dependencies: Furniture → IT → Moves (e.g., T024:T011FS, T037:T024FS).</a:t>
            </a:r>
          </a:p>
          <a:p>
            <a:pPr algn="l">
              <a:lnSpc>
                <a:spcPts val="4590"/>
              </a:lnSpc>
            </a:pPr>
          </a:p>
          <a:p>
            <a:pPr algn="l">
              <a:lnSpc>
                <a:spcPts val="459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Key Risks: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Crew Coordination Delays: Delayed T013 by 2h on 11/27 (Medium risk).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Material Delays: Floor 1 desks late on 11/22 (Medium risk).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Issues: Docking station failure, T024 on 11/27 (Medium risk).</a:t>
            </a:r>
          </a:p>
          <a:p>
            <a:pPr algn="l" marL="647700" indent="-323850" lvl="1">
              <a:lnSpc>
                <a:spcPts val="45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Cost Overruns: $3,000 copier repair, T109 on 12/02 (High risk post-mitigation).</a:t>
            </a:r>
          </a:p>
          <a:p>
            <a:pPr algn="l">
              <a:lnSpc>
                <a:spcPts val="4590"/>
              </a:lnSpc>
            </a:pPr>
          </a:p>
          <a:p>
            <a:pPr algn="l">
              <a:lnSpc>
                <a:spcPts val="459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Mitigation: </a:t>
            </a:r>
          </a:p>
          <a:p>
            <a:pPr algn="l">
              <a:lnSpc>
                <a:spcPts val="459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Used crew coordinator, contingency fund ($5,000), pre-tested IT, tracked via Smartsheet.</a:t>
            </a:r>
          </a:p>
          <a:p>
            <a:pPr algn="l">
              <a:lnSpc>
                <a:spcPts val="459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77807"/>
            <a:ext cx="16230600" cy="121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Lessons Learned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80036" y="1709984"/>
            <a:ext cx="12327928" cy="821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Successes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Completed on time (12/24/2024), full-spec scope.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Managed within $153,350 using $5,000 contingency.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Challenges: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Crew delays (T013, 11/27): Added coordinator, briefings.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Material delays (11/22): Expedited delivery, staged plan.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Takeaways: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Concurrent tasks need robust coordination.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Pre-test IT to avoid integration issues.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411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Recommendations: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Allocate 5% contingency budget ($7,667).</a:t>
            </a:r>
          </a:p>
          <a:p>
            <a:pPr algn="l" marL="647700" indent="-323850" lvl="1">
              <a:lnSpc>
                <a:spcPts val="411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Schedule deliveries outside holiday season.</a:t>
            </a:r>
          </a:p>
          <a:p>
            <a:pPr algn="l">
              <a:lnSpc>
                <a:spcPts val="411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1957" y="532308"/>
            <a:ext cx="16424086" cy="236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Operational Impact and Stakeholder Feedback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1957" y="2873749"/>
            <a:ext cx="7877739" cy="727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Operational Impact:</a:t>
            </a:r>
          </a:p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Zero downtime: Operations resumed 12/26/2024.</a:t>
            </a:r>
          </a:p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Full functionality: Marketing (13 docking stations), Sales (18 PCs) fully operational.</a:t>
            </a:r>
          </a:p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Employee satisfaction: 90% reported seamless transition (12/26 survey).</a:t>
            </a:r>
          </a:p>
          <a:p>
            <a:pPr algn="l">
              <a:lnSpc>
                <a:spcPts val="3870"/>
              </a:lnSpc>
            </a:pPr>
          </a:p>
          <a:p>
            <a:pPr algn="l">
              <a:lnSpc>
                <a:spcPts val="387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Stakeholder Feedback:</a:t>
            </a:r>
          </a:p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Director: “Impressed with on-time delivery.”</a:t>
            </a:r>
          </a:p>
          <a:p>
            <a:pPr algn="l" marL="647700" indent="-323850" lvl="1">
              <a:lnSpc>
                <a:spcPts val="38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Division Heads: Requested more pre-move updates.</a:t>
            </a:r>
          </a:p>
          <a:p>
            <a:pPr algn="l">
              <a:lnSpc>
                <a:spcPts val="387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97224" y="3832917"/>
            <a:ext cx="7877739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Improvement Area: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Enhance employee communication: Add Q&amp;A sessions 1 month prior.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Recognition: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Crew Coordinator: Ensured concurrent task success.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Team Lead: Resolved docking issues swiftly.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83182" y="3632200"/>
            <a:ext cx="11721636" cy="325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0"/>
              </a:lnSpc>
            </a:pPr>
            <a:r>
              <a:rPr lang="en-US" sz="12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Thank</a:t>
            </a:r>
          </a:p>
          <a:p>
            <a:pPr algn="ctr">
              <a:lnSpc>
                <a:spcPts val="12500"/>
              </a:lnSpc>
            </a:pPr>
            <a:r>
              <a:rPr lang="en-US" sz="125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10204" y="-571500"/>
            <a:ext cx="6626483" cy="5715000"/>
          </a:xfrm>
          <a:custGeom>
            <a:avLst/>
            <a:gdLst/>
            <a:ahLst/>
            <a:cxnLst/>
            <a:rect r="r" b="b" t="t" l="l"/>
            <a:pathLst>
              <a:path h="5715000" w="6626483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66137">
            <a:off x="-1277219" y="5897732"/>
            <a:ext cx="5210769" cy="6721137"/>
          </a:xfrm>
          <a:custGeom>
            <a:avLst/>
            <a:gdLst/>
            <a:ahLst/>
            <a:cxnLst/>
            <a:rect r="r" b="b" t="t" l="l"/>
            <a:pathLst>
              <a:path h="6721137" w="5210769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569636">
            <a:off x="779619" y="-2269556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55510">
            <a:off x="14637629" y="5499669"/>
            <a:ext cx="4096053" cy="7060062"/>
          </a:xfrm>
          <a:custGeom>
            <a:avLst/>
            <a:gdLst/>
            <a:ahLst/>
            <a:cxnLst/>
            <a:rect r="r" b="b" t="t" l="l"/>
            <a:pathLst>
              <a:path h="7060062" w="4096053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DAGlviVafyE</dc:identifier>
  <dcterms:modified xsi:type="dcterms:W3CDTF">2011-08-01T06:04:30Z</dcterms:modified>
  <cp:revision>1</cp:revision>
  <dc:title>Soft Sand Minimalist Modern Thesis Defense Presentation</dc:title>
</cp:coreProperties>
</file>